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195072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5400" b="1" dirty="0">
                <a:solidFill>
                  <a:srgbClr val="E8EDF5"/>
                </a:solidFill>
                <a:latin typeface="Segoe UI"/>
              </a:rPr>
              <a:t>SmartRoom Manager</a:t>
            </a:r>
          </a:p>
        </p:txBody>
      </p:sp>
      <p:sp>
        <p:nvSpPr>
          <p:cNvPr id="3" name="sous-titre"/>
          <p:cNvSpPr txBox="1"/>
          <p:nvPr/>
        </p:nvSpPr>
        <p:spPr>
          <a:xfrm>
            <a:off x="838200" y="3520440"/>
            <a:ext cx="10515600" cy="7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2000" b="0" dirty="0">
                <a:solidFill>
                  <a:srgbClr val="5B9BFF"/>
                </a:solidFill>
                <a:latin typeface="Segoe UI"/>
              </a:rPr>
              <a:t>Réservation intelligente des salles d’un campus</a:t>
            </a:r>
          </a:p>
        </p:txBody>
      </p:sp>
      <p:sp>
        <p:nvSpPr>
          <p:cNvPr id="4" name="auteurs"/>
          <p:cNvSpPr txBox="1"/>
          <p:nvPr/>
        </p:nvSpPr>
        <p:spPr>
          <a:xfrm>
            <a:off x="838200" y="445008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E8EDF5"/>
                </a:solidFill>
                <a:latin typeface="Segoe UI"/>
              </a:rPr>
              <a:t>Présenté par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Dylan Menga Wanda — dylan.mengawanda@edu.ece.fr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Ngangne Takoudjou Angédarelle — angedarelle.ngangnetakoudjou@edu.ece.fr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Nguadjong Maeva — maevadior.nguadjong@edu.ece.fr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9AA8BF"/>
                </a:solidFill>
                <a:latin typeface="Segoe UI"/>
              </a:rPr>
              <a:t>ECE Paris — Troisième année du cycle ingénieur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Le problème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Réserver une salle prend plus de temps que la réunion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Aucune vue fiable de ce qui est libre : on demande, on attend, on se déplace.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Deux personnes réservent la même salle au même créneau, et personne ne tranche.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Une salle réservée reste vide : rien ne la rend au suivant.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L’administration n’a ni trace des décisions, ni moyen d’arbitrer.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Ce que fait l’application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Le parcours de l’utilisateur, en quatre étapes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Décrire son besoin : date, créneau, nombre de personnes, équipements.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Choisir parmi les salles réellement libres et conformes aux règles.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Confirmer, recevoir son code d’accès, inviter des participants.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Valider sa présence sur place — ou signaler un retard.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9AA8BF"/>
                </a:solidFill>
                <a:latin typeface="Segoe UI"/>
              </a:rPr>
              <a:t>La salle non validée est rendue automatiquement au bout de dix minutes.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L’espace d’administration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Dix-neuf écrans, pour tenir le parc et arbitrer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parc : bâtiments, étages, salles, équipements, plans de localisation.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Les règles par portée : globales, ou surchargées salle par salle.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Les comptes et leurs permissions, accordées case par case.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L’arbitrage des conflits, le support, et un journal d’audit de chaque décision.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L’architecture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Deux applications, un contrat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API : FastAPI, SQLAlchemy, PostgreSQL 16 avec pgvector — 48 tables, 10 migrations.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Interface : React, Vite, Tailwind — 53 routes.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domaine est isolé : les règles ne connaissent ni base de données ni HTTP.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Un seul module connaît le transport ; changer d’API ne toucherait que lui.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Trois décisions d’ingénierie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Ce qui distingue ce projet d’un CRUD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chevauchement est refusé par la base, pas par du code : une contrainte EXCLUDE USING gist sur l’intervalle. Deux requêtes simultanées ne peuvent pas gagner.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code d’accès n’existe en clair qu’à l’instant de son émission : la base n’en garde qu’une empreinte bcrypt et un indice — E-****.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L’identité vient du serveur, jamais du client : aucune route n’accepte un identifiant de propriétaire en paramètre.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Sécurité et données personnelles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Ce qui n’est jamais conservé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Aucun mot de passe : une empreinte bcrypt, qui ne permet pas de le retrouver.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Aucun jeton ni code d’accès dans les journaux techniques.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jeton de session vit en mémoire ; sa continuité repose sur un cookie httpOnly.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Connexion par compte Google : le mot de passe est saisi chez Google, jamais ici.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Une page de mentions légales décrit le logiciel tel qu’il est écrit.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La qualité, mesurée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1 481 tests, et la raison de chacun écrite à côté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1 026 tests côté API, sur une vraie base PostgreSQL : les contraintes d’exclusion et les index partiels ne se simulent pas.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455 tests côté interface, dont des vérifications de source — cibles tactiles, coupure des textes longs — que jsdom ne peut pas mesurer.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Chaque correction est accompagnée du test qui échouait avant elle.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Ce que les tests ont rattrapé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Trois défauts qu’aucune erreur ne signalait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La matrice des permissions comparait des codes à des identifiants techniques : vingt-huit cases vides pour quinze droits réellement accordés.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journal d’audit ne montrait jamais ce qui avait changé — la donnée arrivait, personne ne la lisait.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Trois filtres de salles sur cinq n’atteignaient jamais le serveur, faute d’un nom commun entre deux couches.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9AA8BF"/>
                </a:solidFill>
                <a:latin typeface="Segoe UI"/>
              </a:rPr>
              <a:t>Un champ absent d’une réponse JSON ne lève rien : il est simplement absent.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Démonstration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Ce que nous allons montrer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Réserver une salle, de l’expression du besoin à la confirmation.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Valider sa présence avec le code reçu, puis signaler un retard.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Partager une réservation, sans jamais partager le code d’accès.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Côté administration : arbitrer un conflit, et le retrouver au journal.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838200"/>
            <a:ext cx="105156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E8EDF5"/>
                </a:solidFill>
                <a:latin typeface="Segoe UI"/>
              </a:rPr>
              <a:t>Ce que nous ferions ensuite</a:t>
            </a:r>
          </a:p>
        </p:txBody>
      </p:sp>
      <p:sp>
        <p:nvSpPr>
          <p:cNvPr id="3" name="filet"/>
          <p:cNvSpPr/>
          <p:nvPr/>
        </p:nvSpPr>
        <p:spPr>
          <a:xfrm>
            <a:off x="838200" y="1706880"/>
            <a:ext cx="1097280" cy="45720"/>
          </a:xfrm>
          <a:prstGeom prst="rect">
            <a:avLst/>
          </a:prstGeom>
          <a:solidFill>
            <a:srgbClr val="5B9BFF"/>
          </a:solidFill>
        </p:spPr>
        <p:txBody>
          <a:bodyPr/>
          <a:lstStyle/>
          <a:p/>
        </p:txBody>
      </p:sp>
      <p:sp>
        <p:nvSpPr>
          <p:cNvPr id="4" name="chapo"/>
          <p:cNvSpPr txBox="1"/>
          <p:nvPr/>
        </p:nvSpPr>
        <p:spPr>
          <a:xfrm>
            <a:off x="838200" y="1965960"/>
            <a:ext cx="10515600" cy="5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5B9BFF"/>
                </a:solidFill>
                <a:latin typeface="Segoe UI"/>
              </a:rPr>
              <a:t>Les limites que nous assumons</a:t>
            </a:r>
          </a:p>
        </p:txBody>
      </p:sp>
      <p:sp>
        <p:nvSpPr>
          <p:cNvPr id="5" name="corps"/>
          <p:cNvSpPr txBox="1"/>
          <p:nvPr/>
        </p:nvSpPr>
        <p:spPr>
          <a:xfrm>
            <a:off x="838200" y="2560320"/>
            <a:ext cx="10515600" cy="3200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L’authentification de l’école par ADFS : hors de portée sans bibliothèque SAML.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Le partage de fichiers depuis un navigateur de bureau : Brave et Firefox refusent la feuille de partage du système, par choix de confidentialité.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Une application mobile installable, plutôt qu’un site adapté au téléphone.</a:t>
            </a:r>
          </a:p>
          <a:p>
            <a:pPr marL="285750" indent="-285750">
              <a:spcBef>
                <a:spcPts val="280"/>
              </a:spcBef>
              <a:buChar char="•"/>
            </a:pPr>
            <a:r>
              <a:rPr lang="fr-FR" sz="1800" b="0" dirty="0">
                <a:solidFill>
                  <a:srgbClr val="E8EDF5"/>
                </a:solidFill>
                <a:latin typeface="Segoe UI"/>
              </a:rPr>
              <a:t>L’assistant de support, aujourd’hui local, à confronter à de vrais usages.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838200" y="195072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5400" b="1" dirty="0">
                <a:solidFill>
                  <a:srgbClr val="E8EDF5"/>
                </a:solidFill>
                <a:latin typeface="Segoe UI"/>
              </a:rPr>
              <a:t>Merci</a:t>
            </a:r>
          </a:p>
        </p:txBody>
      </p:sp>
      <p:sp>
        <p:nvSpPr>
          <p:cNvPr id="3" name="sous-titre"/>
          <p:cNvSpPr txBox="1"/>
          <p:nvPr/>
        </p:nvSpPr>
        <p:spPr>
          <a:xfrm>
            <a:off x="838200" y="3520440"/>
            <a:ext cx="10515600" cy="7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2000" b="0" dirty="0">
                <a:solidFill>
                  <a:srgbClr val="5B9BFF"/>
                </a:solidFill>
                <a:latin typeface="Segoe UI"/>
              </a:rPr>
              <a:t>Vos questions</a:t>
            </a:r>
          </a:p>
        </p:txBody>
      </p:sp>
      <p:sp>
        <p:nvSpPr>
          <p:cNvPr id="4" name="auteurs"/>
          <p:cNvSpPr txBox="1"/>
          <p:nvPr/>
        </p:nvSpPr>
        <p:spPr>
          <a:xfrm>
            <a:off x="838200" y="4450080"/>
            <a:ext cx="10515600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600" b="0" dirty="0">
                <a:solidFill>
                  <a:srgbClr val="E8EDF5"/>
                </a:solidFill>
                <a:latin typeface="Segoe UI"/>
              </a:rPr>
              <a:t>SmartRoom Manager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Dylan Menga Wanda — dylan.mengawanda@edu.ece.fr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Ngangne Takoudjou Angédarelle — angedarelle.ngangnetakoudjou@edu.ece.fr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600" b="0" dirty="0">
                <a:solidFill>
                  <a:srgbClr val="9AA8BF"/>
                </a:solidFill>
                <a:latin typeface="Segoe UI"/>
              </a:rPr>
              <a:t>Nguadjong Maeva — maevadior.nguadjong@edu.ece.fr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838200" y="5943600"/>
            <a:ext cx="10515600" cy="40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fr-FR" sz="1200" b="0" dirty="0">
                <a:solidFill>
                  <a:srgbClr val="9AA8BF"/>
                </a:solidFill>
                <a:latin typeface="Segoe UI"/>
              </a:rPr>
              <a:t>github.com/DD542/SmartRoomManager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martRoom">
  <a:themeElements>
    <a:clrScheme name="SmartRoom">
      <a:dk1>
        <a:srgbClr val="0F1521"/>
      </a:dk1>
      <a:lt1>
        <a:srgbClr val="E8EDF5"/>
      </a:lt1>
      <a:dk2>
        <a:srgbClr val="18202F"/>
      </a:dk2>
      <a:lt2>
        <a:srgbClr val="9AA8BF"/>
      </a:lt2>
      <a:accent1>
        <a:srgbClr val="5B9BFF"/>
      </a:accent1>
      <a:accent2>
        <a:srgbClr val="4ADE80"/>
      </a:accent2>
      <a:accent3>
        <a:srgbClr val="FBBF24"/>
      </a:accent3>
      <a:accent4>
        <a:srgbClr val="FF8080"/>
      </a:accent4>
      <a:accent5>
        <a:srgbClr val="A78BFA"/>
      </a:accent5>
      <a:accent6>
        <a:srgbClr val="22D3EE"/>
      </a:accent6>
      <a:hlink>
        <a:srgbClr val="5B9BFF"/>
      </a:hlink>
      <a:folHlink>
        <a:srgbClr val="9AA8BF"/>
      </a:folHlink>
    </a:clrScheme>
    <a:fontScheme name="SmartRoo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martRo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Slides>12</Slides>
  <Application>SmartRoom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SmartRoom Manager — Soutenance</dc:title>
  <dc:creator>Dylan Menga Wanda, Ngangne Takoudjou Angédarelle, Nguadjong Maeva</dc:creator>
  <cp:lastModifiedBy>Dylan Menga Wanda, Ngangne Takoudjou Angédarelle, Nguadjong Maeva</cp:lastModifiedBy>
</cp:coreProperties>
</file>